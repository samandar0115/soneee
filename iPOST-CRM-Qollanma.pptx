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4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A2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2651760" cy="1097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1430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0540D6"/>
                </a:solidFill>
                <a:latin typeface="Inter"/>
              </a:rPr>
              <a:t>iPOST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Inter"/>
              </a:rPr>
              <a:t>Call Center + Logistika — To'liq ishchi qo'llanma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7D6FF"/>
                </a:solidFill>
                <a:latin typeface="Inter"/>
              </a:rPr>
              <a:t>Har bir bo'lim nima uchun va qanday ishlatiladi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Kirish (Login)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Tizimga kirish oynasi. Har bir xodim shu yerdan o'z login/paroli yoki yuzi orqali kiradi.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Parol bilan: foydalanuvchi nomi va parolni kiriting, 'Kirish' bosing.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Face ID bilan: kameraga qarang — tizim sizni avtomatik taniydi.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'Bu qurilmada eslab qol' yoqilsa, keyingi safar ismingizni bir bosib kirasiz.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Parolni unutdingizmi yoki noto'g'ri? — administratorga murojaat qiling.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Bosh sahifa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Kirgandan keyingi asosiy ekran. Bu yerda faqat SIZGA tegishli ish ko'rinadi.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Aktiv murojaatlaringiz soni va holati ko'rinadi.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'Mening reytingim' — mijozlar bergan baholarning o'rtachasi.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Kechikkan yoki eskirgan murojaatlar qizil bilan ogohlantiradi — birinchi shularga e'tibor bering.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'Yangi murojaat' tugmasi orqali tezda murojaat yaratish mumkin.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Yangi murojaatlar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Instagram, Telegram, telefon va javobsiz qo'ng'iroqlardan kelgan barcha raqamlar shu navbatda.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Navbatdagi raqamni ko'ring va unga qo'ng'iroq qiling (raqam yonidagi tugma).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Suhbatdan keyin natijani belgilang: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   • 'Info berildi' — savolga javob berildi, muammo yo'q.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   • 'Kechroq bog'lanaman' — keyin qo'ng'iroq qilasiz (izoh yozing).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5.     • 'Gaplasha olmadim' — javob bermadi yoki band.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6.     • 'Murojaat ochish' — muammo bor, yangi murojaat yaratiladi.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7.  Har bir qilgan ishingiz avtomatik yozib boriladi.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Telefon liniyasi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Dasturning o'zida o'rnatilgan telefon — qo'ng'iroq qilish va qabul qilish uchun (tashqi dastur kerak emas).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Pastdagi yashil telefon tugmasini bosing.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Raqam terib 'Qo'ng'iroq qilish' bosing yoki murojaatdan to'g'ridan-to'g'ri qo'ng'iroq qiling.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Kiruvchi qo'ng'iroq kelsa: 'Javob berish' yoki 'Rad etish'.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Suhbat paytida: mikrofonni o'chirish, raqam tugmalari, 'Tugatish'.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5.  Har bir qo'ng'iroq jurnalga (vaqt, davomiylik, natija) yoziladi.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Pipeline (bosqichlar)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Murojaatlarning hozirgi holatini bosqichma-bosqich ko'rsatadigan taxta.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Murojaatlar ustunlarda turadi: Yangi → Jarayonda → Qayta qo'ng'iroq → Hal etildi.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Murojaat kartasini bosib batafsil ko'ring.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Ish bajarilgach murojaatni keyingi bosqichga suring.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Bu yerda butun jamoaning ishi va har murojaatning holati yaqqol ko'rinadi.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Murojaatlar (Tickets)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Barcha murojaatlar ro'yxati. Bu yerda murojaat yaratiladi va yuritiladi.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'Yangi murojaat' — trek raqami, mijoz ismi va telefonini kiriting.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Murojaat ichida izoh qoldiring, holatini yangilang.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Kerak bo'lsa 'Sklad navbatiga qo'shish' tugmasi orqali trek yuboring.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Ish tugagach 'Hal etildi' qiling.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5.  Eslatma: yozuvni O'CHIRISH yoki TAHRIRLASH faqat adminда.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Vozvrat yuklar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Qaytib kelgan yuklar ro'yxati va ularning taqdiri (qachon, qayerda, holati).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Yuklar ro'yxatini ko'ring: trek, mijoz, holat.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Qaysi partiyadan ekanini va sanasini ko'rasiz (masalan EMU / BTS).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Holatni kuzating: yo'lda, yetkazilgan, vozvrat.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Mijozga holatni shu ma'lumotga qarab tushuntiring.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Sklad navbati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Skladdan chiqarilishi kerak bo'lgan treklar navbati.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Trek raqami va SABABNI kiriting: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   • To'lovi endi qilindi  • Vozvrat bo'lgan  • Skladda ushlab qolingan.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'Ushlab qolingan' bo'lsa — sababni albatta izohда yozing.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Sklad xodimi yukni chiqarganda belgilaydi va navbatdan o'chadi.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5.  Kunlik ro'yxat shakllanadi — kun oxirida skladga beriladi.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Bilim bazasi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Operatorga kerakli barcha ma'lumot: e'lonlar, filiallar, tariflar va narx kalkulyatori.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E'lonlar — kompaniya yangiliklari va qoidalari.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Filiallar — manzil, telefon, ish vaqti.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Tariflar — 1 m3 va 1 kg narxi (mijozga aytish uchun).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Yuk kalkulyatori — o'lcham/og'irlikni kiritib narxni hisoblang.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O'quv markazi (darslik)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Yangi operatorni tayyorlovchi bosqichma-bosqich o'quv kursi.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Kun 1 dan boshlang: video → material → maslahatlar → caselar → test.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Videoni oxirigacha ko'ring (o'tkazib bo'lmaydi).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Testni 100% topshiring — keyingi kun ochiladi.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Yo'nalishni tugatsangiz — tayyor operator bo'lasiz (sertifikat beriladi).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Mening profilim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O'z ma'lumotlaringizni o'zgartirish oynasi.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Pastdagi ism/rasmingizni bosing — profil ochiladi.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Rasm, login (foydalanuvchi nomi), parol va ismingizni o'zgartiring.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Rasm faqat shu kompyuterda saqlanadi.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Har o'zgarish administrator jurnaliga yoziladi.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Xodimlar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566928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640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Yangi xodim qo'shish va boshqarish.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'Yangi xodim': ism, login, parol, rol.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Face ID: 'Kameradan' tugmasini bosib, 3-4 marta turli sharoitda suratga oling.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Yuklangan rasm faqat avatar bo'ladi — Face ID emas (xavfsizlik).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SIP raqam (ixtiyoriy) bering. Xodim keyin o'z parolini o'zgartira oladi.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Rollar va ruxsatlar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566928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640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Har bir rol nima qila olishini belgilash (yangi rol yaratish mumkin).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'Yangi rol': nom, kira oladigan bo'limlar, tahrirlash/o'chirish huquqi.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Masalan 'Ombor xodimi' — faqat Sklad navbatini ko'radi.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'To'liq boshqaruv' — admin darajasi (hammasi).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Tizim rollari (admin/operator/o'quvchi) o'chirilmaydi.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Korzina (o'chirilganlar)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566928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640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O'chirilgan har qanday yozuv shu yerda saqlanadi — HECH NARSA yo'qolmaydi.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O'chirilgan murojaat/lead/yuk/qo'ng'iroq/xodim Korzinaga tushadi.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'Tiklash' — yozuvni qaytaradi.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'Excel' yoki 'CSV' — yuklab oling (zaxira).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'Butunlay o'chirish' — faqat siz xohlaganda bazadan o'chadi (avval eksport tavsiya).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Sozlamalar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566928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6400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Tizimning asosiy sozlamalari.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Telefon liniyasi — SIP server ma'lumotlari (qo'ng'iroq ishlashi uchun).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Avto-biriktirish, SLA (javob muddati), til.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Vercel xotirasi (KV) — markaziy, ishonchli ma'lumot bazasi.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JSON backup — barcha ma'lumotni yuklab olish/tiklash.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5000"/>
            </a:avLst>
          </a:prstGeom>
          <a:solidFill>
            <a:srgbClr val="2F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68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5029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Inter"/>
              </a:rPr>
              <a:t>Yangilanish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12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F764E"/>
                </a:solidFill>
                <a:latin typeface="Inter"/>
              </a:rPr>
              <a:t>BU NIMA?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E293B"/>
                </a:solidFill>
                <a:latin typeface="Inter"/>
              </a:rPr>
              <a:t>Dastur o'zini avtomatik yangilab turadi.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11064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540D6"/>
                </a:solidFill>
                <a:latin typeface="Inter"/>
              </a:rPr>
              <a:t>QANDAY ISHLATILADI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7472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1.  Yangi versiya chiqsa 'Yangi versiya tayyor — Yangilash' chiqadi.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2.  'Yangilash' bossangiz — eng yangi versiya yuklanadi.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3.  Ma'lumotlaringiz hech qachon yo'qolmaydi (bulutda saqlanadi).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4.  Internet bo'lsa — barcha qurilmalarda bir xil ma'lumot.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Inter"/>
              </a:rPr>
              <a:t>iPOST CRM — Operatorlar qo'llanmasi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